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8EF34B22-123D-4E0A-9701-BC6F8468D745}" type="datetimeFigureOut">
              <a:rPr lang="en-US" smtClean="0"/>
              <a:pPr/>
              <a:t>5/24/2026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A3DB8-773B-4366-AECD-11071666FFB7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995378"/>
          </a:xfrm>
        </p:spPr>
        <p:txBody>
          <a:bodyPr>
            <a:noAutofit/>
          </a:bodyPr>
          <a:lstStyle/>
          <a:p>
            <a:r>
              <a:rPr lang="en-US" sz="3200" dirty="0" smtClean="0">
                <a:cs typeface="Times New Roman" pitchFamily="18" charset="0"/>
              </a:rPr>
              <a:t>Evaluating the impact of artificial intelligence in customer service for tech companies</a:t>
            </a:r>
            <a:br>
              <a:rPr lang="en-US" sz="3200" dirty="0" smtClean="0">
                <a:cs typeface="Times New Roman" pitchFamily="18" charset="0"/>
              </a:rPr>
            </a:br>
            <a:endParaRPr lang="en-IN" sz="3200" dirty="0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r>
              <a:rPr lang="en-IN" dirty="0" smtClean="0"/>
              <a:t>MCA Final Year </a:t>
            </a:r>
            <a:r>
              <a:rPr lang="en-IN" dirty="0" smtClean="0"/>
              <a:t>Project</a:t>
            </a:r>
            <a:endParaRPr lang="en-IN" dirty="0" smtClean="0"/>
          </a:p>
          <a:p>
            <a:r>
              <a:rPr lang="en-IN" dirty="0" smtClean="0"/>
              <a:t>Developed By: </a:t>
            </a:r>
            <a:r>
              <a:rPr lang="en-IN" dirty="0" err="1" smtClean="0"/>
              <a:t>Devinderjeet</a:t>
            </a:r>
            <a:r>
              <a:rPr lang="en-IN" dirty="0" smtClean="0"/>
              <a:t> </a:t>
            </a:r>
            <a:r>
              <a:rPr lang="en-IN" dirty="0" smtClean="0"/>
              <a:t>Singh</a:t>
            </a:r>
            <a:endParaRPr lang="en-IN" dirty="0" smtClean="0"/>
          </a:p>
          <a:p>
            <a:r>
              <a:rPr lang="en-IN" dirty="0" smtClean="0"/>
              <a:t>Technology Used: Python, </a:t>
            </a:r>
            <a:r>
              <a:rPr lang="en-IN" dirty="0" err="1" smtClean="0"/>
              <a:t>Streamlit</a:t>
            </a:r>
            <a:r>
              <a:rPr lang="en-IN" dirty="0" smtClean="0"/>
              <a:t>, </a:t>
            </a:r>
            <a:r>
              <a:rPr lang="en-IN" dirty="0" err="1" smtClean="0"/>
              <a:t>SQLite</a:t>
            </a:r>
            <a:r>
              <a:rPr lang="en-IN" dirty="0" smtClean="0"/>
              <a:t>, Machine Learning, </a:t>
            </a:r>
            <a:r>
              <a:rPr lang="en-IN" dirty="0" smtClean="0"/>
              <a:t>NLP</a:t>
            </a:r>
            <a:endParaRPr lang="en-IN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>
                <a:cs typeface="Times New Roman" pitchFamily="18" charset="0"/>
              </a:rPr>
              <a:t>Project Introduction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Artificial Intelligence is transforming customer service.</a:t>
            </a:r>
          </a:p>
          <a:p>
            <a:r>
              <a:rPr lang="en-IN" dirty="0" smtClean="0"/>
              <a:t>Companies use AI for </a:t>
            </a:r>
            <a:r>
              <a:rPr lang="en-IN" dirty="0" err="1" smtClean="0"/>
              <a:t>chatbots</a:t>
            </a:r>
            <a:r>
              <a:rPr lang="en-IN" dirty="0" smtClean="0"/>
              <a:t>, automated replies, sentiment analysis, and customer support analytics.</a:t>
            </a:r>
          </a:p>
          <a:p>
            <a:r>
              <a:rPr lang="en-IN" dirty="0" smtClean="0"/>
              <a:t>Objectives:</a:t>
            </a:r>
          </a:p>
          <a:p>
            <a:r>
              <a:rPr lang="en-IN" dirty="0" smtClean="0"/>
              <a:t>Analyze AI trends in customer service</a:t>
            </a:r>
          </a:p>
          <a:p>
            <a:r>
              <a:rPr lang="en-IN" dirty="0" smtClean="0"/>
              <a:t>Study benefits and challenges</a:t>
            </a:r>
          </a:p>
          <a:p>
            <a:r>
              <a:rPr lang="en-IN" dirty="0" smtClean="0"/>
              <a:t>Evaluate customer satisfaction</a:t>
            </a:r>
          </a:p>
          <a:p>
            <a:r>
              <a:rPr lang="en-IN" dirty="0" smtClean="0"/>
              <a:t>Generate insights and </a:t>
            </a:r>
            <a:r>
              <a:rPr lang="en-IN" dirty="0" smtClean="0"/>
              <a:t>reports</a:t>
            </a:r>
            <a:endParaRPr lang="en-IN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Technologies &amp; Tools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Python – Core programming</a:t>
            </a:r>
          </a:p>
          <a:p>
            <a:r>
              <a:rPr lang="en-IN" dirty="0" err="1" smtClean="0"/>
              <a:t>Streamlit</a:t>
            </a:r>
            <a:r>
              <a:rPr lang="en-IN" dirty="0" smtClean="0"/>
              <a:t> – Dashboard UI</a:t>
            </a:r>
          </a:p>
          <a:p>
            <a:r>
              <a:rPr lang="en-IN" dirty="0" err="1" smtClean="0"/>
              <a:t>SQLite</a:t>
            </a:r>
            <a:r>
              <a:rPr lang="en-IN" dirty="0" smtClean="0"/>
              <a:t> – Database</a:t>
            </a:r>
          </a:p>
          <a:p>
            <a:r>
              <a:rPr lang="en-IN" dirty="0" smtClean="0"/>
              <a:t>Pandas – Data analysis</a:t>
            </a:r>
          </a:p>
          <a:p>
            <a:r>
              <a:rPr lang="en-IN" dirty="0" err="1" smtClean="0"/>
              <a:t>Matplotlib</a:t>
            </a:r>
            <a:r>
              <a:rPr lang="en-IN" dirty="0" smtClean="0"/>
              <a:t> – Visualization</a:t>
            </a:r>
          </a:p>
          <a:p>
            <a:r>
              <a:rPr lang="en-IN" dirty="0" err="1" smtClean="0"/>
              <a:t>Scikit</a:t>
            </a:r>
            <a:r>
              <a:rPr lang="en-IN" dirty="0" smtClean="0"/>
              <a:t>-learn – Machine Learning</a:t>
            </a:r>
          </a:p>
          <a:p>
            <a:r>
              <a:rPr lang="en-IN" dirty="0" err="1" smtClean="0"/>
              <a:t>TextBlob</a:t>
            </a:r>
            <a:r>
              <a:rPr lang="en-IN" dirty="0" smtClean="0"/>
              <a:t> – NLP Sentiment </a:t>
            </a:r>
            <a:r>
              <a:rPr lang="en-IN" dirty="0" smtClean="0"/>
              <a:t>Analysis</a:t>
            </a:r>
            <a:endParaRPr lang="en-I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System Architecture</a:t>
            </a:r>
            <a:endParaRPr lang="en-IN" sz="3200" dirty="0"/>
          </a:p>
        </p:txBody>
      </p:sp>
      <p:pic>
        <p:nvPicPr>
          <p:cNvPr id="4" name="Content Placeholder 4" descr="Workflow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00364" y="2054209"/>
            <a:ext cx="3013086" cy="4519629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Dashboard Features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Interactive Dashboard</a:t>
            </a:r>
          </a:p>
          <a:p>
            <a:r>
              <a:rPr lang="en-IN" dirty="0" smtClean="0"/>
              <a:t>AI Usage Analysis</a:t>
            </a:r>
          </a:p>
          <a:p>
            <a:r>
              <a:rPr lang="en-IN" dirty="0" smtClean="0"/>
              <a:t>Customer Satisfaction Analysis</a:t>
            </a:r>
          </a:p>
          <a:p>
            <a:r>
              <a:rPr lang="en-IN" dirty="0" smtClean="0"/>
              <a:t>Response Time Analysis</a:t>
            </a:r>
          </a:p>
          <a:p>
            <a:r>
              <a:rPr lang="en-IN" dirty="0" smtClean="0"/>
              <a:t>Machine Learning Prediction</a:t>
            </a:r>
          </a:p>
          <a:p>
            <a:r>
              <a:rPr lang="en-IN" dirty="0" smtClean="0"/>
              <a:t>NLP Sentiment Analysis</a:t>
            </a:r>
          </a:p>
          <a:p>
            <a:r>
              <a:rPr lang="en-IN" dirty="0" smtClean="0"/>
              <a:t>Downloadable Reports</a:t>
            </a:r>
          </a:p>
          <a:p>
            <a:r>
              <a:rPr lang="en-IN" dirty="0" smtClean="0"/>
              <a:t>Database </a:t>
            </a:r>
            <a:r>
              <a:rPr lang="en-IN" dirty="0" smtClean="0"/>
              <a:t>Integration</a:t>
            </a:r>
            <a:endParaRPr lang="en-IN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Machine Learning &amp; NLP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Uses Linear Regression</a:t>
            </a:r>
          </a:p>
          <a:p>
            <a:r>
              <a:rPr lang="en-IN" dirty="0" smtClean="0"/>
              <a:t>Predicts customer satisfaction</a:t>
            </a:r>
          </a:p>
          <a:p>
            <a:r>
              <a:rPr lang="en-IN" dirty="0" smtClean="0"/>
              <a:t>Based on response </a:t>
            </a:r>
            <a:r>
              <a:rPr lang="en-IN" dirty="0" smtClean="0"/>
              <a:t>time</a:t>
            </a:r>
            <a:endParaRPr lang="en-IN" dirty="0" smtClean="0"/>
          </a:p>
          <a:p>
            <a:r>
              <a:rPr lang="en-IN" dirty="0" smtClean="0"/>
              <a:t>Uses </a:t>
            </a:r>
            <a:r>
              <a:rPr lang="en-IN" dirty="0" err="1" smtClean="0"/>
              <a:t>TextBlob</a:t>
            </a:r>
            <a:r>
              <a:rPr lang="en-IN" dirty="0" smtClean="0"/>
              <a:t> for Sentiment Analysis</a:t>
            </a:r>
          </a:p>
          <a:p>
            <a:r>
              <a:rPr lang="en-IN" dirty="0" smtClean="0"/>
              <a:t>Detects Positive, Negative, and Neutral </a:t>
            </a:r>
            <a:r>
              <a:rPr lang="en-IN" dirty="0" smtClean="0"/>
              <a:t>feedback</a:t>
            </a:r>
            <a:endParaRPr lang="en-IN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Results &amp; Benefits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Faster customer analysis</a:t>
            </a:r>
          </a:p>
          <a:p>
            <a:r>
              <a:rPr lang="en-IN" dirty="0" smtClean="0"/>
              <a:t>Improved decision-making</a:t>
            </a:r>
          </a:p>
          <a:p>
            <a:r>
              <a:rPr lang="en-IN" dirty="0" smtClean="0"/>
              <a:t>Better customer understanding</a:t>
            </a:r>
          </a:p>
          <a:p>
            <a:r>
              <a:rPr lang="en-IN" dirty="0" smtClean="0"/>
              <a:t>Increased efficiency</a:t>
            </a:r>
          </a:p>
          <a:p>
            <a:r>
              <a:rPr lang="en-IN" dirty="0" smtClean="0"/>
              <a:t>Working AI dashboard</a:t>
            </a:r>
          </a:p>
          <a:p>
            <a:r>
              <a:rPr lang="en-IN" dirty="0" smtClean="0"/>
              <a:t>Real-time analysis</a:t>
            </a:r>
          </a:p>
          <a:p>
            <a:r>
              <a:rPr lang="en-IN" dirty="0" smtClean="0"/>
              <a:t>Visualization of customer </a:t>
            </a:r>
            <a:r>
              <a:rPr lang="en-IN" dirty="0" smtClean="0"/>
              <a:t>insights</a:t>
            </a:r>
            <a:endParaRPr lang="en-IN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Conclusion &amp; Future Scope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Successfully integrates Database, ML, NLP, Visualization, and Dashboard.</a:t>
            </a:r>
          </a:p>
          <a:p>
            <a:r>
              <a:rPr lang="en-IN" dirty="0" smtClean="0"/>
              <a:t>AI improves customer service through automation and sentiment analysis.</a:t>
            </a:r>
          </a:p>
          <a:p>
            <a:pPr>
              <a:buNone/>
            </a:pPr>
            <a:endParaRPr lang="en-IN" u="sng" dirty="0" smtClean="0"/>
          </a:p>
          <a:p>
            <a:pPr>
              <a:buNone/>
            </a:pPr>
            <a:r>
              <a:rPr lang="en-IN" u="sng" dirty="0" smtClean="0"/>
              <a:t>Future </a:t>
            </a:r>
            <a:r>
              <a:rPr lang="en-IN" u="sng" dirty="0" smtClean="0"/>
              <a:t>Scope:</a:t>
            </a:r>
          </a:p>
          <a:p>
            <a:r>
              <a:rPr lang="en-IN" dirty="0" err="1" smtClean="0"/>
              <a:t>Chatbot</a:t>
            </a:r>
            <a:r>
              <a:rPr lang="en-IN" dirty="0" smtClean="0"/>
              <a:t> integration</a:t>
            </a:r>
          </a:p>
          <a:p>
            <a:r>
              <a:rPr lang="en-IN" dirty="0" smtClean="0"/>
              <a:t>Cloud deployment</a:t>
            </a:r>
          </a:p>
          <a:p>
            <a:r>
              <a:rPr lang="en-IN" dirty="0" smtClean="0"/>
              <a:t>Advanced AI models</a:t>
            </a:r>
          </a:p>
          <a:p>
            <a:r>
              <a:rPr lang="en-IN" dirty="0" smtClean="0"/>
              <a:t>Real-time </a:t>
            </a:r>
            <a:r>
              <a:rPr lang="en-IN" dirty="0" smtClean="0"/>
              <a:t>analytics</a:t>
            </a:r>
            <a:endParaRPr lang="en-IN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Thank You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Questions &amp; Discussion</a:t>
            </a:r>
          </a:p>
          <a:p>
            <a:r>
              <a:rPr lang="en-IN" dirty="0" smtClean="0"/>
              <a:t>AI Customer Service Dashboard</a:t>
            </a:r>
          </a:p>
          <a:p>
            <a:r>
              <a:rPr lang="en-IN" dirty="0" smtClean="0"/>
              <a:t>Developed Using Python + </a:t>
            </a:r>
            <a:r>
              <a:rPr lang="en-IN" dirty="0" err="1" smtClean="0"/>
              <a:t>Streamlit</a:t>
            </a:r>
            <a:r>
              <a:rPr lang="en-IN" dirty="0" smtClean="0"/>
              <a:t> + AI + </a:t>
            </a:r>
            <a:r>
              <a:rPr lang="en-IN" dirty="0" smtClean="0"/>
              <a:t>NLP</a:t>
            </a:r>
            <a:endParaRPr lang="en-IN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</TotalTime>
  <Words>240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Urban</vt:lpstr>
      <vt:lpstr>Evaluating the impact of artificial intelligence in customer service for tech companies </vt:lpstr>
      <vt:lpstr>Project Introduction</vt:lpstr>
      <vt:lpstr>Technologies &amp; Tools</vt:lpstr>
      <vt:lpstr>System Architecture</vt:lpstr>
      <vt:lpstr>Dashboard Features</vt:lpstr>
      <vt:lpstr>Machine Learning &amp; NLP</vt:lpstr>
      <vt:lpstr>Results &amp; Benefits</vt:lpstr>
      <vt:lpstr>Conclusion &amp; Future Scope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impact of artificial intelligence in customer service for tech companies </dc:title>
  <dc:creator>Dev</dc:creator>
  <cp:lastModifiedBy>Dev</cp:lastModifiedBy>
  <cp:revision>3</cp:revision>
  <dcterms:created xsi:type="dcterms:W3CDTF">2026-05-23T18:39:54Z</dcterms:created>
  <dcterms:modified xsi:type="dcterms:W3CDTF">2026-05-24T05:41:32Z</dcterms:modified>
</cp:coreProperties>
</file>